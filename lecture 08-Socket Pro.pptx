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31" r:id="rId2"/>
    <p:sldId id="470" r:id="rId3"/>
    <p:sldId id="440" r:id="rId4"/>
    <p:sldId id="441" r:id="rId5"/>
  </p:sldIdLst>
  <p:sldSz cx="9144000" cy="5143500" type="screen16x9"/>
  <p:notesSz cx="7099300" cy="10234613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3300"/>
    <a:srgbClr val="008000"/>
    <a:srgbClr val="E18601"/>
    <a:srgbClr val="800000"/>
    <a:srgbClr val="FF6600"/>
    <a:srgbClr val="D43005"/>
    <a:srgbClr val="EAEAEA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15" autoAdjust="0"/>
  </p:normalViewPr>
  <p:slideViewPr>
    <p:cSldViewPr showGuides="1">
      <p:cViewPr varScale="1">
        <p:scale>
          <a:sx n="100" d="100"/>
          <a:sy n="100" d="100"/>
        </p:scale>
        <p:origin x="68" y="82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67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/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/>
          <p:cNvSpPr/>
          <p:nvPr userDrawn="1"/>
        </p:nvSpPr>
        <p:spPr>
          <a:xfrm>
            <a:off x="2443059" y="3448764"/>
            <a:ext cx="4145166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7 Socket Programing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935F9E26-03AB-4B8F-AA16-164D9C45C6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491880" y="1567955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 bwMode="auto">
          <a:xfrm>
            <a:off x="323528" y="277606"/>
            <a:ext cx="3221075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Wireshark Lab: HTTP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52441" y="1560574"/>
            <a:ext cx="455954" cy="455954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/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/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C9F6815-5377-4589-ACA3-D05BA4877B5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3021695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FECA244-8BDF-4A84-8B6B-2627E7EC50CA}"/>
              </a:ext>
            </a:extLst>
          </p:cNvPr>
          <p:cNvSpPr/>
          <p:nvPr userDrawn="1"/>
        </p:nvSpPr>
        <p:spPr>
          <a:xfrm>
            <a:off x="2751195" y="301043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5" y="936000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443DF400-47C9-4A51-8CC9-3795204CFC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2" descr="Network Globe">
            <a:extLst>
              <a:ext uri="{FF2B5EF4-FFF2-40B4-BE49-F238E27FC236}">
                <a16:creationId xmlns:a16="http://schemas.microsoft.com/office/drawing/2014/main" id="{670081A2-FA6A-4988-8E62-841C3C1068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audio" Target="../media/audio1.wav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7" name="arrow.wav"/>
          </p:stSnd>
        </p:sndAc>
      </p:transition>
    </mc:Choice>
    <mc:Fallback xmlns="">
      <p:transition spd="slow">
        <p:fade/>
        <p:sndAc>
          <p:stSnd>
            <p:snd r:embed="rId10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himo.im/docs/tVzUW1n9PEN9mCpD/" TargetMode="External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.docx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himo.im/docs/tVzUW1n9PEN9mCpD" TargetMode="External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Document1.doc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himo.im/docs/tVzUW1n9PEN9mCpD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hyperlink" Target="https://shimo.im/sheets/5xz287qmS01Aj2KG/MODO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</a:t>
            </a:r>
            <a:r>
              <a:rPr lang="zh-CN" altLang="en-US" dirty="0"/>
              <a:t>：对作业</a:t>
            </a:r>
            <a:r>
              <a:rPr lang="en-US" altLang="zh-CN" dirty="0"/>
              <a:t>1</a:t>
            </a:r>
            <a:r>
              <a:rPr lang="zh-CN" altLang="en-US" dirty="0"/>
              <a:t>的演进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47135" y="959643"/>
            <a:ext cx="8280920" cy="391001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Homework 1 Solution</a:t>
            </a:r>
            <a:r>
              <a:rPr lang="zh-CN" altLang="en-US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RFC-20232023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https://shimo.im/docs/tVzUW1n9PEN9mCpD/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2ADC06F4-DC62-4D8A-988B-1661BCCA181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6BCA8ED3-D9BE-42B5-B561-EB4DD4014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51D9C6-8A6F-447A-B212-D9F824778348}"/>
              </a:ext>
            </a:extLst>
          </p:cNvPr>
          <p:cNvSpPr txBox="1"/>
          <p:nvPr/>
        </p:nvSpPr>
        <p:spPr>
          <a:xfrm>
            <a:off x="395536" y="1777707"/>
            <a:ext cx="640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18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1. Request Messages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8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from ATM client to Sever)</a:t>
            </a:r>
            <a:endParaRPr lang="zh-CN" altLang="zh-CN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831064F-12E8-4D1B-B937-8CA94728D1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41436"/>
              </p:ext>
            </p:extLst>
          </p:nvPr>
        </p:nvGraphicFramePr>
        <p:xfrm>
          <a:off x="321914" y="2427734"/>
          <a:ext cx="8602179" cy="2125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629729" imgH="1638449" progId="Word.Document.12">
                  <p:embed/>
                </p:oleObj>
              </mc:Choice>
              <mc:Fallback>
                <p:oleObj name="Document" r:id="rId4" imgW="6629729" imgH="1638449" progId="Word.Document.12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D831064F-12E8-4D1B-B937-8CA94728D1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1914" y="2427734"/>
                        <a:ext cx="8602179" cy="2125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5131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</a:t>
            </a:r>
            <a:r>
              <a:rPr lang="zh-CN" altLang="en-US" dirty="0"/>
              <a:t>：对作业</a:t>
            </a:r>
            <a:r>
              <a:rPr lang="en-US" altLang="zh-CN" dirty="0"/>
              <a:t>1</a:t>
            </a:r>
            <a:r>
              <a:rPr lang="zh-CN" altLang="en-US" dirty="0"/>
              <a:t>的演进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47135" y="959643"/>
            <a:ext cx="8280920" cy="391001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Homework 1 Solution</a:t>
            </a:r>
            <a:r>
              <a:rPr lang="zh-CN" altLang="en-US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RFC-20232023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https://shimo.im/docs/tVzUW1n9PEN9mCpD</a:t>
            </a:r>
            <a:r>
              <a:rPr lang="en-US" altLang="zh-CN" sz="1400" dirty="0">
                <a:solidFill>
                  <a:srgbClr val="0000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2ADC06F4-DC62-4D8A-988B-1661BCCA181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6BCA8ED3-D9BE-42B5-B561-EB4DD4014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DA0DF9-FB53-48B5-9A64-E70F51B9834F}"/>
              </a:ext>
            </a:extLst>
          </p:cNvPr>
          <p:cNvSpPr txBox="1"/>
          <p:nvPr/>
        </p:nvSpPr>
        <p:spPr>
          <a:xfrm>
            <a:off x="395536" y="1779662"/>
            <a:ext cx="640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18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2. Response Messages 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8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from Server to ATM)</a:t>
            </a:r>
            <a:endParaRPr lang="zh-CN" altLang="zh-C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B5518C0-B6FE-410F-B24C-434BDB290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308005"/>
              </p:ext>
            </p:extLst>
          </p:nvPr>
        </p:nvGraphicFramePr>
        <p:xfrm>
          <a:off x="333357" y="2332772"/>
          <a:ext cx="8611709" cy="1862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629729" imgH="1437249" progId="Word.Document.12">
                  <p:embed/>
                </p:oleObj>
              </mc:Choice>
              <mc:Fallback>
                <p:oleObj name="Document" r:id="rId4" imgW="6629729" imgH="1437249" progId="Word.Document.12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B6D4A8B-80E5-4AF8-9B25-5C45E5D72B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3357" y="2332772"/>
                        <a:ext cx="8611709" cy="1862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1506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7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</a:t>
            </a:r>
            <a:r>
              <a:rPr lang="zh-CN" altLang="en-US" dirty="0"/>
              <a:t>：对作业</a:t>
            </a:r>
            <a:r>
              <a:rPr lang="en-US" altLang="zh-CN" dirty="0"/>
              <a:t>1</a:t>
            </a:r>
            <a:r>
              <a:rPr lang="zh-CN" altLang="en-US" dirty="0"/>
              <a:t>的演进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47135" y="959643"/>
            <a:ext cx="8280920" cy="391001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Homework 1 Solution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2ADC06F4-DC62-4D8A-988B-1661BCCA181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6BCA8ED3-D9BE-42B5-B561-EB4DD4014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51D9C6-8A6F-447A-B212-D9F824778348}"/>
              </a:ext>
            </a:extLst>
          </p:cNvPr>
          <p:cNvSpPr txBox="1"/>
          <p:nvPr/>
        </p:nvSpPr>
        <p:spPr>
          <a:xfrm>
            <a:off x="683568" y="1419622"/>
            <a:ext cx="6408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1800" b="1" dirty="0">
                <a:effectLst/>
                <a:latin typeface="Courier New" panose="02070309020205020404" pitchFamily="49" charset="0"/>
                <a:ea typeface="宋体" panose="02010600030101010101" pitchFamily="2" charset="-122"/>
              </a:rPr>
              <a:t>3. Interaction between ATM and Sever:</a:t>
            </a:r>
            <a:endParaRPr lang="zh-CN" altLang="zh-C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0B5C9A7-F65E-46C8-8840-D9EB506CD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022" y="1758913"/>
            <a:ext cx="5616624" cy="319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4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</a:t>
            </a:r>
            <a:r>
              <a:rPr lang="zh-CN" altLang="en-US" dirty="0"/>
              <a:t>：对作业</a:t>
            </a:r>
            <a:r>
              <a:rPr lang="en-US" altLang="zh-CN" dirty="0"/>
              <a:t>1</a:t>
            </a:r>
            <a:r>
              <a:rPr lang="zh-CN" altLang="en-US" dirty="0"/>
              <a:t>的演进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47135" y="959643"/>
            <a:ext cx="8280920" cy="3910013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Homework 2 </a:t>
            </a:r>
            <a:r>
              <a:rPr lang="zh-CN" altLang="en-US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Lab2</a:t>
            </a:r>
            <a:r>
              <a:rPr lang="zh-CN" altLang="en-US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章所学知识 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协议、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Socket Programming)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用你们自己喜欢的一种程序语言，但一定要遵照</a:t>
            </a:r>
            <a:r>
              <a:rPr lang="en-US" altLang="zh-CN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RFC-20232023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https://shimo.im/docs/tVzUW1n9PEN9mCpD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设计开发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客户端、服务器端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客户端：需要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服务器端：不需要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，但需要读取数据文件、记录日志；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默认端口号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2525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组：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位同学分为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个组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https://shimo.im/sheets/5xz287qmS01Aj2KG/MODOC/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组内的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C-S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，先要编码并测试通过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次实验课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客户端写一个完整的测试用例，访问其他组的服务器端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服务器端要对所有的异常和取款记录日志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程序代码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报告：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链接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DDL1: 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周实验课开展编程和测试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DDL2: tba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，提交代码和文档、测试结果</a:t>
            </a:r>
            <a:endParaRPr lang="en-US" altLang="zh-CN" sz="15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2ADC06F4-DC62-4D8A-988B-1661BCCA181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6BCA8ED3-D9BE-42B5-B561-EB4DD4014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56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9cd0843-7250-426c-957a-5ee10ae81b75"/>
  <p:tag name="COMMONDATA" val="eyJoZGlkIjoiN2M0NTVhZWE3MzJhMDQ1ODIxODkyZTA5ZDg5NzAzZD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260</TotalTime>
  <Words>266</Words>
  <Application>Microsoft Office PowerPoint</Application>
  <PresentationFormat>全屏显示(16:9)</PresentationFormat>
  <Paragraphs>32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Calibri</vt:lpstr>
      <vt:lpstr>Courier New</vt:lpstr>
      <vt:lpstr>Times New Roman</vt:lpstr>
      <vt:lpstr>Office 主题​​</vt:lpstr>
      <vt:lpstr>Document</vt:lpstr>
      <vt:lpstr>作业2：对作业1的演进</vt:lpstr>
      <vt:lpstr>作业2：对作业1的演进</vt:lpstr>
      <vt:lpstr>作业2：对作业1的演进</vt:lpstr>
      <vt:lpstr>作业2：对作业1的演进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Whhou</dc:creator>
  <cp:lastModifiedBy>xutao cai</cp:lastModifiedBy>
  <cp:revision>96</cp:revision>
  <dcterms:created xsi:type="dcterms:W3CDTF">2020-03-26T02:11:00Z</dcterms:created>
  <dcterms:modified xsi:type="dcterms:W3CDTF">2026-04-02T07:15:41Z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4F01C9BF76E54F3E9C81DA375C506C2B</vt:lpwstr>
  </property>
  <property fmtid="{D5CDD505-2E9C-101B-9397-08002B2CF9AE}" pid="3" name="KSOProductBuildVer">
    <vt:lpwstr>2052-11.1.0.14309</vt:lpwstr>
  </property>
</Properties>
</file>